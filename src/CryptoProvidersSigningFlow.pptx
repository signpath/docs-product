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02372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6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2966" y="706933"/>
            <a:ext cx="9017794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2966" y="2268784"/>
            <a:ext cx="9017794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182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3834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369" y="1076898"/>
            <a:ext cx="10370463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369" y="2890725"/>
            <a:ext cx="10370463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9363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6631" y="1149890"/>
            <a:ext cx="5110083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7011" y="1149890"/>
            <a:ext cx="5110083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075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197" y="229978"/>
            <a:ext cx="10370463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198" y="1058899"/>
            <a:ext cx="5086599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8198" y="1577849"/>
            <a:ext cx="5086599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87011" y="1058899"/>
            <a:ext cx="5111649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87011" y="1577849"/>
            <a:ext cx="5111649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7004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053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527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198" y="287972"/>
            <a:ext cx="387796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1649" y="621941"/>
            <a:ext cx="6087011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8198" y="1295877"/>
            <a:ext cx="387796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5237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198" y="287972"/>
            <a:ext cx="387796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1649" y="621941"/>
            <a:ext cx="6087011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8198" y="1295877"/>
            <a:ext cx="387796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9392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2008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04478" y="229978"/>
            <a:ext cx="2592616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6631" y="229978"/>
            <a:ext cx="7627551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149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6631" y="229978"/>
            <a:ext cx="10370463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631" y="1149890"/>
            <a:ext cx="10370463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6631" y="4003618"/>
            <a:ext cx="270533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AC7ED-0124-4475-AB10-3A7CB843D580}" type="datetimeFigureOut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82859" y="4003618"/>
            <a:ext cx="405800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91756" y="4003618"/>
            <a:ext cx="270533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319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07CBB2-CAB2-BEA0-C43C-1D5F4FF1CF89}"/>
              </a:ext>
            </a:extLst>
          </p:cNvPr>
          <p:cNvSpPr/>
          <p:nvPr/>
        </p:nvSpPr>
        <p:spPr>
          <a:xfrm>
            <a:off x="0" y="0"/>
            <a:ext cx="12015765" cy="4319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ADD9CC6-1F67-47D0-B939-9176047B44FB}"/>
              </a:ext>
            </a:extLst>
          </p:cNvPr>
          <p:cNvGrpSpPr/>
          <p:nvPr/>
        </p:nvGrpSpPr>
        <p:grpSpPr>
          <a:xfrm>
            <a:off x="176235" y="147458"/>
            <a:ext cx="11688886" cy="4024672"/>
            <a:chOff x="213056" y="227732"/>
            <a:chExt cx="11688886" cy="40246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8EE27B-0ED6-4BFE-8C6E-0B807E71486C}"/>
                </a:ext>
              </a:extLst>
            </p:cNvPr>
            <p:cNvSpPr txBox="1"/>
            <p:nvPr/>
          </p:nvSpPr>
          <p:spPr>
            <a:xfrm>
              <a:off x="213056" y="227732"/>
              <a:ext cx="7242967" cy="40246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b="1" dirty="0"/>
                <a:t>Build Node or PC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A3453E-A4C6-4F56-9212-606CBA299D0A}"/>
                </a:ext>
              </a:extLst>
            </p:cNvPr>
            <p:cNvSpPr txBox="1"/>
            <p:nvPr/>
          </p:nvSpPr>
          <p:spPr>
            <a:xfrm>
              <a:off x="500514" y="834231"/>
              <a:ext cx="1834176" cy="325761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/>
                <a:t>Signing Tool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335272-C8F1-43BC-AD04-306BA0FFE9CF}"/>
                </a:ext>
              </a:extLst>
            </p:cNvPr>
            <p:cNvSpPr txBox="1"/>
            <p:nvPr/>
          </p:nvSpPr>
          <p:spPr>
            <a:xfrm>
              <a:off x="2644253" y="834230"/>
              <a:ext cx="1764730" cy="3257621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/>
                <a:t>API or Engine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A548F8-4E1F-4A4C-82EA-045C2335CCD9}"/>
                </a:ext>
              </a:extLst>
            </p:cNvPr>
            <p:cNvSpPr txBox="1"/>
            <p:nvPr/>
          </p:nvSpPr>
          <p:spPr>
            <a:xfrm>
              <a:off x="4721647" y="834231"/>
              <a:ext cx="2415886" cy="325761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/>
                <a:t>Crypto Provider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788219-EB4D-409E-B07C-5730BB942A1F}"/>
                </a:ext>
              </a:extLst>
            </p:cNvPr>
            <p:cNvSpPr txBox="1"/>
            <p:nvPr/>
          </p:nvSpPr>
          <p:spPr>
            <a:xfrm>
              <a:off x="8155743" y="834231"/>
              <a:ext cx="2180426" cy="291289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SignPath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919C27-DFA0-4D8A-A601-A59528F5E4B6}"/>
                </a:ext>
              </a:extLst>
            </p:cNvPr>
            <p:cNvSpPr txBox="1"/>
            <p:nvPr/>
          </p:nvSpPr>
          <p:spPr>
            <a:xfrm>
              <a:off x="10732169" y="834231"/>
              <a:ext cx="1169773" cy="29128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txBody>
            <a:bodyPr wrap="square" rtlCol="0" anchor="t" anchorCtr="0">
              <a:noAutofit/>
            </a:bodyPr>
            <a:lstStyle>
              <a:defPPr>
                <a:defRPr lang="de-DE"/>
              </a:defPPr>
            </a:lstStyle>
            <a:p>
              <a:pPr algn="ctr"/>
              <a:r>
                <a:rPr lang="en-US" b="1"/>
                <a:t>HSM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63C70AE-6F58-4FAC-9346-8DC6FEF4A6FB}"/>
                </a:ext>
              </a:extLst>
            </p:cNvPr>
            <p:cNvCxnSpPr/>
            <p:nvPr/>
          </p:nvCxnSpPr>
          <p:spPr>
            <a:xfrm>
              <a:off x="2334690" y="1636353"/>
              <a:ext cx="30956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6115A48-4EA1-4DF8-B139-75B85F693C80}"/>
                </a:ext>
              </a:extLst>
            </p:cNvPr>
            <p:cNvCxnSpPr/>
            <p:nvPr/>
          </p:nvCxnSpPr>
          <p:spPr>
            <a:xfrm>
              <a:off x="4412084" y="1636353"/>
              <a:ext cx="30956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3FD8E7F-E514-434F-B51F-FC92BFEF34ED}"/>
                </a:ext>
              </a:extLst>
            </p:cNvPr>
            <p:cNvCxnSpPr>
              <a:cxnSpLocks/>
            </p:cNvCxnSpPr>
            <p:nvPr/>
          </p:nvCxnSpPr>
          <p:spPr>
            <a:xfrm>
              <a:off x="7137533" y="1634567"/>
              <a:ext cx="101821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17F4992-2F28-4F19-9DFE-4279FB08EAE1}"/>
                </a:ext>
              </a:extLst>
            </p:cNvPr>
            <p:cNvCxnSpPr>
              <a:cxnSpLocks/>
            </p:cNvCxnSpPr>
            <p:nvPr/>
          </p:nvCxnSpPr>
          <p:spPr>
            <a:xfrm>
              <a:off x="10336169" y="1634567"/>
              <a:ext cx="396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0349D8A-15B6-496F-9BE8-382A94F217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4690" y="1905861"/>
              <a:ext cx="30956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4997D4-BB4F-42A6-9E9F-509C5337AE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2084" y="1905861"/>
              <a:ext cx="30956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8C725FC-ADA8-4CDF-8FA4-6D2FEDB1EF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533" y="1904075"/>
              <a:ext cx="101821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1F2869C-A86B-4921-B99D-7A10BB562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6169" y="1904075"/>
              <a:ext cx="396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8D4C43-382A-4E70-BD37-6AADB465C5E5}"/>
                </a:ext>
              </a:extLst>
            </p:cNvPr>
            <p:cNvSpPr txBox="1"/>
            <p:nvPr/>
          </p:nvSpPr>
          <p:spPr>
            <a:xfrm>
              <a:off x="487600" y="1449901"/>
              <a:ext cx="18470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calculate hash digest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B2C732-0831-45B6-B0F3-F20C137C84DE}"/>
                </a:ext>
              </a:extLst>
            </p:cNvPr>
            <p:cNvSpPr txBox="1"/>
            <p:nvPr/>
          </p:nvSpPr>
          <p:spPr>
            <a:xfrm>
              <a:off x="2632833" y="1449901"/>
              <a:ext cx="1764730" cy="64800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1400"/>
                <a:t>call crypto provider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392BD6-51DF-43FE-8456-92B9FF8239AC}"/>
                </a:ext>
              </a:extLst>
            </p:cNvPr>
            <p:cNvSpPr txBox="1"/>
            <p:nvPr/>
          </p:nvSpPr>
          <p:spPr>
            <a:xfrm>
              <a:off x="4734561" y="1449901"/>
              <a:ext cx="2415886" cy="64800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1400" dirty="0"/>
                <a:t>call SignPath with credentials, project, signing policy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B093E8-AB5C-4E50-B6DE-5199A762C8A4}"/>
                </a:ext>
              </a:extLst>
            </p:cNvPr>
            <p:cNvSpPr txBox="1"/>
            <p:nvPr/>
          </p:nvSpPr>
          <p:spPr>
            <a:xfrm>
              <a:off x="8155743" y="1323809"/>
              <a:ext cx="2180426" cy="91880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marL="182563" indent="-182563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verify permissions</a:t>
              </a:r>
            </a:p>
            <a:p>
              <a:pPr marL="182563" indent="-182563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select key/certificate</a:t>
              </a:r>
            </a:p>
            <a:p>
              <a:pPr marL="182563" indent="-182563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call HSM</a:t>
              </a:r>
            </a:p>
            <a:p>
              <a:pPr marL="182563" indent="-182563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audit signing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36D719-568D-4A43-977B-8166647556F8}"/>
                </a:ext>
              </a:extLst>
            </p:cNvPr>
            <p:cNvSpPr txBox="1"/>
            <p:nvPr/>
          </p:nvSpPr>
          <p:spPr>
            <a:xfrm>
              <a:off x="10732169" y="1459213"/>
              <a:ext cx="1169773" cy="64800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1400" dirty="0"/>
                <a:t>sign hash digest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69EE09-6994-4743-9755-6FD34A51A151}"/>
                </a:ext>
              </a:extLst>
            </p:cNvPr>
            <p:cNvSpPr txBox="1"/>
            <p:nvPr/>
          </p:nvSpPr>
          <p:spPr>
            <a:xfrm>
              <a:off x="487600" y="1750186"/>
              <a:ext cx="18470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write signature to file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AAD993C-AD65-4CD8-A561-0F499478A568}"/>
                </a:ext>
              </a:extLst>
            </p:cNvPr>
            <p:cNvSpPr txBox="1"/>
            <p:nvPr/>
          </p:nvSpPr>
          <p:spPr>
            <a:xfrm>
              <a:off x="606392" y="2442628"/>
              <a:ext cx="1622767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OpenSSL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36A967-40DC-4011-BF8B-52256685C19C}"/>
                </a:ext>
              </a:extLst>
            </p:cNvPr>
            <p:cNvSpPr txBox="1"/>
            <p:nvPr/>
          </p:nvSpPr>
          <p:spPr>
            <a:xfrm>
              <a:off x="2756380" y="2442626"/>
              <a:ext cx="1540476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Cryptoki engine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22C1ABA-748A-4F57-9BE5-A826408343E1}"/>
                </a:ext>
              </a:extLst>
            </p:cNvPr>
            <p:cNvSpPr txBox="1"/>
            <p:nvPr/>
          </p:nvSpPr>
          <p:spPr>
            <a:xfrm>
              <a:off x="4875147" y="2442627"/>
              <a:ext cx="2108886" cy="307777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SignPath Cryptoki library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25D197-D620-4FB6-9E52-9E2F8096DE7E}"/>
                </a:ext>
              </a:extLst>
            </p:cNvPr>
            <p:cNvSpPr txBox="1"/>
            <p:nvPr/>
          </p:nvSpPr>
          <p:spPr>
            <a:xfrm>
              <a:off x="606392" y="2930289"/>
              <a:ext cx="1622767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SignTool.exe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B52A4F-345D-4F69-AD7A-6178390C7D85}"/>
                </a:ext>
              </a:extLst>
            </p:cNvPr>
            <p:cNvSpPr txBox="1"/>
            <p:nvPr/>
          </p:nvSpPr>
          <p:spPr>
            <a:xfrm>
              <a:off x="2756380" y="3261402"/>
              <a:ext cx="1540476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CNG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325DE6-B480-4280-978D-5A3568F7F823}"/>
                </a:ext>
              </a:extLst>
            </p:cNvPr>
            <p:cNvSpPr txBox="1"/>
            <p:nvPr/>
          </p:nvSpPr>
          <p:spPr>
            <a:xfrm>
              <a:off x="4875147" y="3261403"/>
              <a:ext cx="2108886" cy="307777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SignPath KSP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6F76335-CDF4-4364-9006-2A8258C548E7}"/>
                </a:ext>
              </a:extLst>
            </p:cNvPr>
            <p:cNvSpPr txBox="1"/>
            <p:nvPr/>
          </p:nvSpPr>
          <p:spPr>
            <a:xfrm>
              <a:off x="2756380" y="2852014"/>
              <a:ext cx="1540476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CAPI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E08DA84-26F3-4560-9326-18989FD222EC}"/>
                </a:ext>
              </a:extLst>
            </p:cNvPr>
            <p:cNvSpPr txBox="1"/>
            <p:nvPr/>
          </p:nvSpPr>
          <p:spPr>
            <a:xfrm>
              <a:off x="4875147" y="2847728"/>
              <a:ext cx="2108886" cy="307777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SignPath CSP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179043-4531-4318-ADDA-3275527A9200}"/>
                </a:ext>
              </a:extLst>
            </p:cNvPr>
            <p:cNvSpPr txBox="1"/>
            <p:nvPr/>
          </p:nvSpPr>
          <p:spPr>
            <a:xfrm>
              <a:off x="7447096" y="1918617"/>
              <a:ext cx="708648" cy="64800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1400" dirty="0"/>
                <a:t>HTTPS</a:t>
              </a:r>
              <a:br>
                <a:rPr lang="en-US" sz="1400" dirty="0"/>
              </a:br>
              <a:r>
                <a:rPr lang="en-US" sz="1400" dirty="0"/>
                <a:t>REST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0CAF32B-8BD7-45E8-8127-09B40ABC60CA}"/>
                </a:ext>
              </a:extLst>
            </p:cNvPr>
            <p:cNvSpPr txBox="1"/>
            <p:nvPr/>
          </p:nvSpPr>
          <p:spPr>
            <a:xfrm>
              <a:off x="2755766" y="3664777"/>
              <a:ext cx="1540476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CTK extension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BD78ECC-1524-4689-902C-9380403FDD7F}"/>
                </a:ext>
              </a:extLst>
            </p:cNvPr>
            <p:cNvSpPr txBox="1"/>
            <p:nvPr/>
          </p:nvSpPr>
          <p:spPr>
            <a:xfrm>
              <a:off x="4875147" y="3667467"/>
              <a:ext cx="2108886" cy="307777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SignPath CTK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9A5EEE-A68B-4097-B3F0-AA733B581BAB}"/>
                </a:ext>
              </a:extLst>
            </p:cNvPr>
            <p:cNvSpPr txBox="1"/>
            <p:nvPr/>
          </p:nvSpPr>
          <p:spPr>
            <a:xfrm>
              <a:off x="606392" y="3424670"/>
              <a:ext cx="1622767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codesign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20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68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Wenig, Stefan</dc:creator>
  <cp:lastModifiedBy>Stefan Wenig</cp:lastModifiedBy>
  <cp:revision>8</cp:revision>
  <dcterms:created xsi:type="dcterms:W3CDTF">2021-11-28T17:06:28Z</dcterms:created>
  <dcterms:modified xsi:type="dcterms:W3CDTF">2026-06-16T17:47:07Z</dcterms:modified>
</cp:coreProperties>
</file>