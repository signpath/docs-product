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0237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4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2966" y="706933"/>
            <a:ext cx="9017794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2966" y="2268784"/>
            <a:ext cx="901779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82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3834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369" y="1076898"/>
            <a:ext cx="10370463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369" y="2890725"/>
            <a:ext cx="10370463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363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6631" y="1149890"/>
            <a:ext cx="511008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7011" y="1149890"/>
            <a:ext cx="5110083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075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7" y="229978"/>
            <a:ext cx="10370463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198" y="1058899"/>
            <a:ext cx="5086599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8198" y="1577849"/>
            <a:ext cx="5086599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87011" y="1058899"/>
            <a:ext cx="5111649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87011" y="1577849"/>
            <a:ext cx="5111649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7004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053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52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8" y="287972"/>
            <a:ext cx="387796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1649" y="621941"/>
            <a:ext cx="6087011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198" y="1295877"/>
            <a:ext cx="387796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237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98" y="287972"/>
            <a:ext cx="387796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1649" y="621941"/>
            <a:ext cx="6087011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198" y="1295877"/>
            <a:ext cx="387796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9392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008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4478" y="229978"/>
            <a:ext cx="2592616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6631" y="229978"/>
            <a:ext cx="7627551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149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6631" y="229978"/>
            <a:ext cx="1037046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31" y="1149890"/>
            <a:ext cx="1037046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6631" y="4003618"/>
            <a:ext cx="270533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82859" y="4003618"/>
            <a:ext cx="40580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1756" y="4003618"/>
            <a:ext cx="270533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31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569457-8D65-757A-9A10-60E4B2B533E9}"/>
              </a:ext>
            </a:extLst>
          </p:cNvPr>
          <p:cNvSpPr/>
          <p:nvPr/>
        </p:nvSpPr>
        <p:spPr>
          <a:xfrm>
            <a:off x="7230676" y="753956"/>
            <a:ext cx="3888121" cy="209605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9000">
                <a:schemeClr val="bg1">
                  <a:alpha val="25000"/>
                </a:schemeClr>
              </a:gs>
              <a:gs pos="68000">
                <a:schemeClr val="bg1">
                  <a:alpha val="90000"/>
                </a:schemeClr>
              </a:gs>
              <a:gs pos="36000">
                <a:schemeClr val="bg1">
                  <a:alpha val="90000"/>
                </a:schemeClr>
              </a:gs>
              <a:gs pos="1500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EE27B-0ED6-4BFE-8C6E-0B807E71486C}"/>
              </a:ext>
            </a:extLst>
          </p:cNvPr>
          <p:cNvSpPr txBox="1"/>
          <p:nvPr/>
        </p:nvSpPr>
        <p:spPr>
          <a:xfrm>
            <a:off x="176235" y="147458"/>
            <a:ext cx="7242967" cy="4024672"/>
          </a:xfrm>
          <a:prstGeom prst="roundRect">
            <a:avLst>
              <a:gd name="adj" fmla="val 133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b="1" dirty="0"/>
              <a:t>Build Node or PC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A3453E-A4C6-4F56-9212-606CBA299D0A}"/>
              </a:ext>
            </a:extLst>
          </p:cNvPr>
          <p:cNvSpPr txBox="1"/>
          <p:nvPr/>
        </p:nvSpPr>
        <p:spPr>
          <a:xfrm>
            <a:off x="463693" y="753957"/>
            <a:ext cx="1834176" cy="32576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Signing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35272-C8F1-43BC-AD04-306BA0FFE9CF}"/>
              </a:ext>
            </a:extLst>
          </p:cNvPr>
          <p:cNvSpPr txBox="1"/>
          <p:nvPr/>
        </p:nvSpPr>
        <p:spPr>
          <a:xfrm>
            <a:off x="2607432" y="753956"/>
            <a:ext cx="1764730" cy="32576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API or Engine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548F8-4E1F-4A4C-82EA-045C2335CCD9}"/>
              </a:ext>
            </a:extLst>
          </p:cNvPr>
          <p:cNvSpPr txBox="1"/>
          <p:nvPr/>
        </p:nvSpPr>
        <p:spPr>
          <a:xfrm>
            <a:off x="4684826" y="753957"/>
            <a:ext cx="2415886" cy="32576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Crypto Provider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88219-EB4D-409E-B07C-5730BB942A1F}"/>
              </a:ext>
            </a:extLst>
          </p:cNvPr>
          <p:cNvSpPr txBox="1"/>
          <p:nvPr/>
        </p:nvSpPr>
        <p:spPr>
          <a:xfrm>
            <a:off x="8118922" y="753957"/>
            <a:ext cx="2180426" cy="2912899"/>
          </a:xfrm>
          <a:prstGeom prst="roundRect">
            <a:avLst>
              <a:gd name="adj" fmla="val 2923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SignPath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19C27-DFA0-4D8A-A601-A59528F5E4B6}"/>
              </a:ext>
            </a:extLst>
          </p:cNvPr>
          <p:cNvSpPr txBox="1"/>
          <p:nvPr/>
        </p:nvSpPr>
        <p:spPr>
          <a:xfrm>
            <a:off x="10695348" y="753957"/>
            <a:ext cx="1169773" cy="2912899"/>
          </a:xfrm>
          <a:prstGeom prst="roundRect">
            <a:avLst>
              <a:gd name="adj" fmla="val 418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>
            <a:defPPr>
              <a:defRPr lang="de-DE"/>
            </a:defPPr>
          </a:lstStyle>
          <a:p>
            <a:pPr algn="ctr"/>
            <a:r>
              <a:rPr lang="en-US" b="1"/>
              <a:t>HSM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3C70AE-6F58-4FAC-9346-8DC6FEF4A6FB}"/>
              </a:ext>
            </a:extLst>
          </p:cNvPr>
          <p:cNvCxnSpPr/>
          <p:nvPr/>
        </p:nvCxnSpPr>
        <p:spPr>
          <a:xfrm>
            <a:off x="2297869" y="1556079"/>
            <a:ext cx="3095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115A48-4EA1-4DF8-B139-75B85F693C80}"/>
              </a:ext>
            </a:extLst>
          </p:cNvPr>
          <p:cNvCxnSpPr/>
          <p:nvPr/>
        </p:nvCxnSpPr>
        <p:spPr>
          <a:xfrm>
            <a:off x="4375263" y="1556079"/>
            <a:ext cx="3095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FD8E7F-E514-434F-B51F-FC92BFEF34ED}"/>
              </a:ext>
            </a:extLst>
          </p:cNvPr>
          <p:cNvCxnSpPr>
            <a:cxnSpLocks/>
          </p:cNvCxnSpPr>
          <p:nvPr/>
        </p:nvCxnSpPr>
        <p:spPr>
          <a:xfrm>
            <a:off x="7100712" y="1554293"/>
            <a:ext cx="10182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7F4992-2F28-4F19-9DFE-4279FB08EAE1}"/>
              </a:ext>
            </a:extLst>
          </p:cNvPr>
          <p:cNvCxnSpPr>
            <a:cxnSpLocks/>
          </p:cNvCxnSpPr>
          <p:nvPr/>
        </p:nvCxnSpPr>
        <p:spPr>
          <a:xfrm>
            <a:off x="10299348" y="1554293"/>
            <a:ext cx="396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349D8A-15B6-496F-9BE8-382A94F217C2}"/>
              </a:ext>
            </a:extLst>
          </p:cNvPr>
          <p:cNvCxnSpPr>
            <a:cxnSpLocks/>
          </p:cNvCxnSpPr>
          <p:nvPr/>
        </p:nvCxnSpPr>
        <p:spPr>
          <a:xfrm flipH="1">
            <a:off x="2297869" y="1825587"/>
            <a:ext cx="3095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4997D4-BB4F-42A6-9E9F-509C5337AEBE}"/>
              </a:ext>
            </a:extLst>
          </p:cNvPr>
          <p:cNvCxnSpPr>
            <a:cxnSpLocks/>
          </p:cNvCxnSpPr>
          <p:nvPr/>
        </p:nvCxnSpPr>
        <p:spPr>
          <a:xfrm flipH="1">
            <a:off x="4375263" y="1825587"/>
            <a:ext cx="3095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C725FC-ADA8-4CDF-8FA4-6D2FEDB1EFC9}"/>
              </a:ext>
            </a:extLst>
          </p:cNvPr>
          <p:cNvCxnSpPr>
            <a:cxnSpLocks/>
          </p:cNvCxnSpPr>
          <p:nvPr/>
        </p:nvCxnSpPr>
        <p:spPr>
          <a:xfrm flipH="1">
            <a:off x="7100712" y="1823801"/>
            <a:ext cx="10182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F2869C-A86B-4921-B99D-7A10BB562A7A}"/>
              </a:ext>
            </a:extLst>
          </p:cNvPr>
          <p:cNvCxnSpPr>
            <a:cxnSpLocks/>
          </p:cNvCxnSpPr>
          <p:nvPr/>
        </p:nvCxnSpPr>
        <p:spPr>
          <a:xfrm flipH="1">
            <a:off x="10299348" y="1823801"/>
            <a:ext cx="396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8D4C43-382A-4E70-BD37-6AADB465C5E5}"/>
              </a:ext>
            </a:extLst>
          </p:cNvPr>
          <p:cNvSpPr txBox="1"/>
          <p:nvPr/>
        </p:nvSpPr>
        <p:spPr>
          <a:xfrm>
            <a:off x="450779" y="1369627"/>
            <a:ext cx="1847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calculate hash digest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2C732-0831-45B6-B0F3-F20C137C84DE}"/>
              </a:ext>
            </a:extLst>
          </p:cNvPr>
          <p:cNvSpPr txBox="1"/>
          <p:nvPr/>
        </p:nvSpPr>
        <p:spPr>
          <a:xfrm>
            <a:off x="2596012" y="1369627"/>
            <a:ext cx="1764730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/>
              <a:t>call crypto provider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392BD6-51DF-43FE-8456-92B9FF8239AC}"/>
              </a:ext>
            </a:extLst>
          </p:cNvPr>
          <p:cNvSpPr txBox="1"/>
          <p:nvPr/>
        </p:nvSpPr>
        <p:spPr>
          <a:xfrm>
            <a:off x="4697740" y="1369627"/>
            <a:ext cx="2415886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call SignPath with credentials, project, signing policy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B093E8-AB5C-4E50-B6DE-5199A762C8A4}"/>
              </a:ext>
            </a:extLst>
          </p:cNvPr>
          <p:cNvSpPr txBox="1"/>
          <p:nvPr/>
        </p:nvSpPr>
        <p:spPr>
          <a:xfrm>
            <a:off x="8118922" y="1243535"/>
            <a:ext cx="2180426" cy="91880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verify permissions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select key/certificate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call HSM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audit signing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6D719-568D-4A43-977B-8166647556F8}"/>
              </a:ext>
            </a:extLst>
          </p:cNvPr>
          <p:cNvSpPr txBox="1"/>
          <p:nvPr/>
        </p:nvSpPr>
        <p:spPr>
          <a:xfrm>
            <a:off x="10695348" y="1378939"/>
            <a:ext cx="1169773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sign hash digest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69EE09-6994-4743-9755-6FD34A51A151}"/>
              </a:ext>
            </a:extLst>
          </p:cNvPr>
          <p:cNvSpPr txBox="1"/>
          <p:nvPr/>
        </p:nvSpPr>
        <p:spPr>
          <a:xfrm>
            <a:off x="450779" y="1669912"/>
            <a:ext cx="1847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write signature to file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D993C-AD65-4CD8-A561-0F499478A568}"/>
              </a:ext>
            </a:extLst>
          </p:cNvPr>
          <p:cNvSpPr txBox="1"/>
          <p:nvPr/>
        </p:nvSpPr>
        <p:spPr>
          <a:xfrm>
            <a:off x="569571" y="2362354"/>
            <a:ext cx="162276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OpenSSL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6A967-40DC-4011-BF8B-52256685C19C}"/>
              </a:ext>
            </a:extLst>
          </p:cNvPr>
          <p:cNvSpPr txBox="1"/>
          <p:nvPr/>
        </p:nvSpPr>
        <p:spPr>
          <a:xfrm>
            <a:off x="2719559" y="2362352"/>
            <a:ext cx="1540476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Cryptoki engine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2C1ABA-748A-4F57-9BE5-A826408343E1}"/>
              </a:ext>
            </a:extLst>
          </p:cNvPr>
          <p:cNvSpPr txBox="1"/>
          <p:nvPr/>
        </p:nvSpPr>
        <p:spPr>
          <a:xfrm>
            <a:off x="4838326" y="2362353"/>
            <a:ext cx="2108886" cy="307777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SignPath Cryptoki library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25D197-D620-4FB6-9E52-9E2F8096DE7E}"/>
              </a:ext>
            </a:extLst>
          </p:cNvPr>
          <p:cNvSpPr txBox="1"/>
          <p:nvPr/>
        </p:nvSpPr>
        <p:spPr>
          <a:xfrm>
            <a:off x="569571" y="2850015"/>
            <a:ext cx="162276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SignTool.exe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B52A4F-345D-4F69-AD7A-6178390C7D85}"/>
              </a:ext>
            </a:extLst>
          </p:cNvPr>
          <p:cNvSpPr txBox="1"/>
          <p:nvPr/>
        </p:nvSpPr>
        <p:spPr>
          <a:xfrm>
            <a:off x="2719559" y="3181128"/>
            <a:ext cx="1540476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325DE6-B480-4280-978D-5A3568F7F823}"/>
              </a:ext>
            </a:extLst>
          </p:cNvPr>
          <p:cNvSpPr txBox="1"/>
          <p:nvPr/>
        </p:nvSpPr>
        <p:spPr>
          <a:xfrm>
            <a:off x="4838326" y="3181129"/>
            <a:ext cx="2108886" cy="307777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SignPath KSP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76335-CDF4-4364-9006-2A8258C548E7}"/>
              </a:ext>
            </a:extLst>
          </p:cNvPr>
          <p:cNvSpPr txBox="1"/>
          <p:nvPr/>
        </p:nvSpPr>
        <p:spPr>
          <a:xfrm>
            <a:off x="2719559" y="2771740"/>
            <a:ext cx="1540476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CAPI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08DA84-26F3-4560-9326-18989FD222EC}"/>
              </a:ext>
            </a:extLst>
          </p:cNvPr>
          <p:cNvSpPr txBox="1"/>
          <p:nvPr/>
        </p:nvSpPr>
        <p:spPr>
          <a:xfrm>
            <a:off x="4838326" y="2767454"/>
            <a:ext cx="2108886" cy="307777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SignPath CSP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179043-4531-4318-ADDA-3275527A9200}"/>
              </a:ext>
            </a:extLst>
          </p:cNvPr>
          <p:cNvSpPr txBox="1"/>
          <p:nvPr/>
        </p:nvSpPr>
        <p:spPr>
          <a:xfrm>
            <a:off x="7410275" y="1838343"/>
            <a:ext cx="708648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HTTPS</a:t>
            </a:r>
            <a:br>
              <a:rPr lang="en-US" sz="1400" dirty="0"/>
            </a:br>
            <a:r>
              <a:rPr lang="en-US" sz="1400" dirty="0"/>
              <a:t>REST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CAF32B-8BD7-45E8-8127-09B40ABC60CA}"/>
              </a:ext>
            </a:extLst>
          </p:cNvPr>
          <p:cNvSpPr txBox="1"/>
          <p:nvPr/>
        </p:nvSpPr>
        <p:spPr>
          <a:xfrm>
            <a:off x="2718945" y="3584503"/>
            <a:ext cx="1540476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CTK extension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D78ECC-1524-4689-902C-9380403FDD7F}"/>
              </a:ext>
            </a:extLst>
          </p:cNvPr>
          <p:cNvSpPr txBox="1"/>
          <p:nvPr/>
        </p:nvSpPr>
        <p:spPr>
          <a:xfrm>
            <a:off x="4838326" y="3587193"/>
            <a:ext cx="2108886" cy="307777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SignPath CTK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9A5EEE-A68B-4097-B3F0-AA733B581BAB}"/>
              </a:ext>
            </a:extLst>
          </p:cNvPr>
          <p:cNvSpPr txBox="1"/>
          <p:nvPr/>
        </p:nvSpPr>
        <p:spPr>
          <a:xfrm>
            <a:off x="569571" y="3344396"/>
            <a:ext cx="162276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codesign</a:t>
            </a:r>
          </a:p>
        </p:txBody>
      </p:sp>
    </p:spTree>
    <p:extLst>
      <p:ext uri="{BB962C8B-B14F-4D97-AF65-F5344CB8AC3E}">
        <p14:creationId xmlns:p14="http://schemas.microsoft.com/office/powerpoint/2010/main" val="107820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68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Wenig, Stefan</dc:creator>
  <cp:lastModifiedBy>Stefan Wenig</cp:lastModifiedBy>
  <cp:revision>11</cp:revision>
  <dcterms:created xsi:type="dcterms:W3CDTF">2021-11-28T17:06:28Z</dcterms:created>
  <dcterms:modified xsi:type="dcterms:W3CDTF">2026-06-30T19:40:49Z</dcterms:modified>
</cp:coreProperties>
</file>