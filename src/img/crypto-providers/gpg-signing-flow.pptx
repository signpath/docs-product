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10080625" cy="1800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72" d="100"/>
          <a:sy n="72" d="100"/>
        </p:scale>
        <p:origin x="72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078" y="294620"/>
            <a:ext cx="7560469" cy="626745"/>
          </a:xfrm>
        </p:spPr>
        <p:txBody>
          <a:bodyPr anchor="b"/>
          <a:lstStyle>
            <a:lvl1pPr algn="ctr">
              <a:defRPr sz="15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078" y="945535"/>
            <a:ext cx="7560469" cy="434638"/>
          </a:xfrm>
        </p:spPr>
        <p:txBody>
          <a:bodyPr/>
          <a:lstStyle>
            <a:lvl1pPr marL="0" indent="0" algn="ctr">
              <a:buNone/>
              <a:defRPr sz="630"/>
            </a:lvl1pPr>
            <a:lvl2pPr marL="120015" indent="0" algn="ctr">
              <a:buNone/>
              <a:defRPr sz="525"/>
            </a:lvl2pPr>
            <a:lvl3pPr marL="240030" indent="0" algn="ctr">
              <a:buNone/>
              <a:defRPr sz="472"/>
            </a:lvl3pPr>
            <a:lvl4pPr marL="360045" indent="0" algn="ctr">
              <a:buNone/>
              <a:defRPr sz="420"/>
            </a:lvl4pPr>
            <a:lvl5pPr marL="480060" indent="0" algn="ctr">
              <a:buNone/>
              <a:defRPr sz="420"/>
            </a:lvl5pPr>
            <a:lvl6pPr marL="600075" indent="0" algn="ctr">
              <a:buNone/>
              <a:defRPr sz="420"/>
            </a:lvl6pPr>
            <a:lvl7pPr marL="720090" indent="0" algn="ctr">
              <a:buNone/>
              <a:defRPr sz="420"/>
            </a:lvl7pPr>
            <a:lvl8pPr marL="840105" indent="0" algn="ctr">
              <a:buNone/>
              <a:defRPr sz="420"/>
            </a:lvl8pPr>
            <a:lvl9pPr marL="960120" indent="0" algn="ctr">
              <a:buNone/>
              <a:defRPr sz="4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30.06.2026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44429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30.06.2026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04631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793" y="448807"/>
            <a:ext cx="8694539" cy="748843"/>
          </a:xfrm>
        </p:spPr>
        <p:txBody>
          <a:bodyPr anchor="b"/>
          <a:lstStyle>
            <a:lvl1pPr>
              <a:defRPr sz="15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793" y="1204734"/>
            <a:ext cx="8694539" cy="393799"/>
          </a:xfrm>
        </p:spPr>
        <p:txBody>
          <a:bodyPr/>
          <a:lstStyle>
            <a:lvl1pPr marL="0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1pPr>
            <a:lvl2pPr marL="120015" indent="0">
              <a:buNone/>
              <a:defRPr sz="525">
                <a:solidFill>
                  <a:schemeClr val="tx1">
                    <a:tint val="75000"/>
                  </a:schemeClr>
                </a:solidFill>
              </a:defRPr>
            </a:lvl2pPr>
            <a:lvl3pPr marL="240030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3pPr>
            <a:lvl4pPr marL="36004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4pPr>
            <a:lvl5pPr marL="48006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5pPr>
            <a:lvl6pPr marL="60007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6pPr>
            <a:lvl7pPr marL="72009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7pPr>
            <a:lvl8pPr marL="84010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8pPr>
            <a:lvl9pPr marL="96012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30.06.2026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12860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3043" y="479227"/>
            <a:ext cx="4284266" cy="11422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3316" y="479227"/>
            <a:ext cx="4284266" cy="11422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30.06.2026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480716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95846"/>
            <a:ext cx="8694539" cy="3479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4357" y="441305"/>
            <a:ext cx="4264576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57" y="657582"/>
            <a:ext cx="4264576" cy="9672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316" y="441305"/>
            <a:ext cx="4285579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316" y="657582"/>
            <a:ext cx="4285579" cy="9672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30.06.2026</a:t>
            </a:fld>
            <a:endParaRPr lang="de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50271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30.06.2026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04993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30.06.2026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54927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120015"/>
            <a:ext cx="3251264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579" y="259199"/>
            <a:ext cx="5103316" cy="1279327"/>
          </a:xfrm>
        </p:spPr>
        <p:txBody>
          <a:bodyPr/>
          <a:lstStyle>
            <a:lvl1pPr>
              <a:defRPr sz="840"/>
            </a:lvl1pPr>
            <a:lvl2pPr>
              <a:defRPr sz="735"/>
            </a:lvl2pPr>
            <a:lvl3pPr>
              <a:defRPr sz="630"/>
            </a:lvl3pPr>
            <a:lvl4pPr>
              <a:defRPr sz="525"/>
            </a:lvl4pPr>
            <a:lvl5pPr>
              <a:defRPr sz="525"/>
            </a:lvl5pPr>
            <a:lvl6pPr>
              <a:defRPr sz="525"/>
            </a:lvl6pPr>
            <a:lvl7pPr>
              <a:defRPr sz="525"/>
            </a:lvl7pPr>
            <a:lvl8pPr>
              <a:defRPr sz="525"/>
            </a:lvl8pPr>
            <a:lvl9pPr>
              <a:defRPr sz="5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4356" y="540067"/>
            <a:ext cx="3251264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30.06.2026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40434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120015"/>
            <a:ext cx="3251264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85579" y="259199"/>
            <a:ext cx="5103316" cy="1279327"/>
          </a:xfrm>
        </p:spPr>
        <p:txBody>
          <a:bodyPr anchor="t"/>
          <a:lstStyle>
            <a:lvl1pPr marL="0" indent="0">
              <a:buNone/>
              <a:defRPr sz="840"/>
            </a:lvl1pPr>
            <a:lvl2pPr marL="120015" indent="0">
              <a:buNone/>
              <a:defRPr sz="735"/>
            </a:lvl2pPr>
            <a:lvl3pPr marL="240030" indent="0">
              <a:buNone/>
              <a:defRPr sz="630"/>
            </a:lvl3pPr>
            <a:lvl4pPr marL="360045" indent="0">
              <a:buNone/>
              <a:defRPr sz="525"/>
            </a:lvl4pPr>
            <a:lvl5pPr marL="480060" indent="0">
              <a:buNone/>
              <a:defRPr sz="525"/>
            </a:lvl5pPr>
            <a:lvl6pPr marL="600075" indent="0">
              <a:buNone/>
              <a:defRPr sz="525"/>
            </a:lvl6pPr>
            <a:lvl7pPr marL="720090" indent="0">
              <a:buNone/>
              <a:defRPr sz="525"/>
            </a:lvl7pPr>
            <a:lvl8pPr marL="840105" indent="0">
              <a:buNone/>
              <a:defRPr sz="525"/>
            </a:lvl8pPr>
            <a:lvl9pPr marL="960120" indent="0">
              <a:buNone/>
              <a:defRPr sz="52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4356" y="540067"/>
            <a:ext cx="3251264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30.06.2026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03879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30.06.2026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8446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13947" y="95846"/>
            <a:ext cx="2173635" cy="152560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3043" y="95846"/>
            <a:ext cx="6394896" cy="15256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C7ED-0124-4475-AB10-3A7CB843D580}" type="datetimeFigureOut">
              <a:rPr lang="de-AT" smtClean="0"/>
              <a:t>30.06.2026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89897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3043" y="95846"/>
            <a:ext cx="8694539" cy="347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043" y="479227"/>
            <a:ext cx="8694539" cy="1142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043" y="1668542"/>
            <a:ext cx="2268141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DAC7ED-0124-4475-AB10-3A7CB843D580}" type="datetimeFigureOut">
              <a:rPr lang="de-AT" smtClean="0"/>
              <a:t>30.06.2026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9207" y="1668542"/>
            <a:ext cx="3402211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19441" y="1668542"/>
            <a:ext cx="2268141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9FB567-27A2-4833-A71C-FACF1493089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09116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240030" rtl="0" eaLnBrk="1" latinLnBrk="0" hangingPunct="1">
        <a:lnSpc>
          <a:spcPct val="90000"/>
        </a:lnSpc>
        <a:spcBef>
          <a:spcPct val="0"/>
        </a:spcBef>
        <a:buNone/>
        <a:defRPr sz="11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8" indent="-60008" algn="l" defTabSz="24003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1pPr>
      <a:lvl2pPr marL="18002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2pPr>
      <a:lvl3pPr marL="30003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3pPr>
      <a:lvl4pPr marL="42005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54006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6008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8009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90011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102012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1pPr>
      <a:lvl2pPr marL="12001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3pPr>
      <a:lvl4pPr marL="36004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48006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0007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2009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84010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96012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C34BB8-D666-D233-CDC0-CFB7DD61B546}"/>
              </a:ext>
            </a:extLst>
          </p:cNvPr>
          <p:cNvSpPr/>
          <p:nvPr/>
        </p:nvSpPr>
        <p:spPr>
          <a:xfrm>
            <a:off x="1486890" y="237329"/>
            <a:ext cx="7950073" cy="1325562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94000">
                <a:schemeClr val="bg1">
                  <a:alpha val="25000"/>
                </a:schemeClr>
              </a:gs>
              <a:gs pos="82000">
                <a:schemeClr val="bg1">
                  <a:alpha val="90000"/>
                </a:schemeClr>
              </a:gs>
              <a:gs pos="36000">
                <a:schemeClr val="bg1">
                  <a:alpha val="90000"/>
                </a:schemeClr>
              </a:gs>
              <a:gs pos="15000">
                <a:schemeClr val="bg1">
                  <a:alpha val="2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A3453E-A4C6-4F56-9212-606CBA299D0A}"/>
              </a:ext>
            </a:extLst>
          </p:cNvPr>
          <p:cNvSpPr txBox="1"/>
          <p:nvPr/>
        </p:nvSpPr>
        <p:spPr>
          <a:xfrm>
            <a:off x="323264" y="237331"/>
            <a:ext cx="1355317" cy="1325562"/>
          </a:xfrm>
          <a:prstGeom prst="roundRect">
            <a:avLst>
              <a:gd name="adj" fmla="val 3942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dirty="0" err="1"/>
              <a:t>gpg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788219-EB4D-409E-B07C-5730BB942A1F}"/>
              </a:ext>
            </a:extLst>
          </p:cNvPr>
          <p:cNvSpPr txBox="1"/>
          <p:nvPr/>
        </p:nvSpPr>
        <p:spPr>
          <a:xfrm>
            <a:off x="8302857" y="237332"/>
            <a:ext cx="1459808" cy="1325559"/>
          </a:xfrm>
          <a:prstGeom prst="roundRect">
            <a:avLst>
              <a:gd name="adj" fmla="val 4612"/>
            </a:avLst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SignPath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63C70AE-6F58-4FAC-9346-8DC6FEF4A6FB}"/>
              </a:ext>
            </a:extLst>
          </p:cNvPr>
          <p:cNvCxnSpPr>
            <a:cxnSpLocks/>
          </p:cNvCxnSpPr>
          <p:nvPr/>
        </p:nvCxnSpPr>
        <p:spPr>
          <a:xfrm>
            <a:off x="1678581" y="679615"/>
            <a:ext cx="1250049" cy="0"/>
          </a:xfrm>
          <a:prstGeom prst="straightConnector1">
            <a:avLst/>
          </a:prstGeom>
          <a:ln w="2222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0179043-4531-4318-ADDA-3275527A9200}"/>
              </a:ext>
            </a:extLst>
          </p:cNvPr>
          <p:cNvSpPr txBox="1"/>
          <p:nvPr/>
        </p:nvSpPr>
        <p:spPr>
          <a:xfrm>
            <a:off x="7251899" y="679611"/>
            <a:ext cx="801554" cy="648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400" dirty="0"/>
              <a:t>HTTPS/</a:t>
            </a:r>
            <a:br>
              <a:rPr lang="en-US" sz="1400" dirty="0"/>
            </a:br>
            <a:r>
              <a:rPr lang="en-US" sz="1400" dirty="0"/>
              <a:t>REST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9D164D-B463-609D-769B-B9DDB7374A1D}"/>
              </a:ext>
            </a:extLst>
          </p:cNvPr>
          <p:cNvSpPr txBox="1"/>
          <p:nvPr/>
        </p:nvSpPr>
        <p:spPr>
          <a:xfrm>
            <a:off x="2928630" y="237331"/>
            <a:ext cx="1459808" cy="1325562"/>
          </a:xfrm>
          <a:prstGeom prst="roundRect">
            <a:avLst>
              <a:gd name="adj" fmla="val 4612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dirty="0"/>
              <a:t>gnupg-pkcs11-scd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CAF8D07-E108-688A-18D4-E7B0B6E3B77D}"/>
              </a:ext>
            </a:extLst>
          </p:cNvPr>
          <p:cNvCxnSpPr>
            <a:cxnSpLocks/>
          </p:cNvCxnSpPr>
          <p:nvPr/>
        </p:nvCxnSpPr>
        <p:spPr>
          <a:xfrm>
            <a:off x="6906871" y="679614"/>
            <a:ext cx="1395987" cy="0"/>
          </a:xfrm>
          <a:prstGeom prst="straightConnector1">
            <a:avLst/>
          </a:prstGeom>
          <a:ln w="2222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597736E-CD45-0661-6189-EFCB4B9458CF}"/>
              </a:ext>
            </a:extLst>
          </p:cNvPr>
          <p:cNvSpPr txBox="1"/>
          <p:nvPr/>
        </p:nvSpPr>
        <p:spPr>
          <a:xfrm>
            <a:off x="5447062" y="237332"/>
            <a:ext cx="1459808" cy="1325559"/>
          </a:xfrm>
          <a:prstGeom prst="roundRect">
            <a:avLst>
              <a:gd name="adj" fmla="val 3942"/>
            </a:avLst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libSignPath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Cryptoki</a:t>
            </a:r>
            <a:r>
              <a:rPr lang="en-US"/>
              <a:t>.so</a:t>
            </a:r>
            <a:endParaRPr lang="en-US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DE3D9DC-2669-1AC7-0340-120FC6CAAFEC}"/>
              </a:ext>
            </a:extLst>
          </p:cNvPr>
          <p:cNvCxnSpPr>
            <a:cxnSpLocks/>
          </p:cNvCxnSpPr>
          <p:nvPr/>
        </p:nvCxnSpPr>
        <p:spPr>
          <a:xfrm>
            <a:off x="4388438" y="679615"/>
            <a:ext cx="1058624" cy="0"/>
          </a:xfrm>
          <a:prstGeom prst="straightConnector1">
            <a:avLst/>
          </a:prstGeom>
          <a:ln w="2222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E1673AF-74FE-6E2B-A681-6F1702A3B7F4}"/>
              </a:ext>
            </a:extLst>
          </p:cNvPr>
          <p:cNvSpPr txBox="1"/>
          <p:nvPr/>
        </p:nvSpPr>
        <p:spPr>
          <a:xfrm>
            <a:off x="1927984" y="679613"/>
            <a:ext cx="751241" cy="731837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400" dirty="0"/>
              <a:t>Inter process comm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E9401F-206B-0780-FDDA-8C9FB17DC4EB}"/>
              </a:ext>
            </a:extLst>
          </p:cNvPr>
          <p:cNvSpPr txBox="1"/>
          <p:nvPr/>
        </p:nvSpPr>
        <p:spPr>
          <a:xfrm>
            <a:off x="4521057" y="679613"/>
            <a:ext cx="926004" cy="528543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400" dirty="0"/>
              <a:t>PKCS #11</a:t>
            </a:r>
          </a:p>
        </p:txBody>
      </p:sp>
    </p:spTree>
    <p:extLst>
      <p:ext uri="{BB962C8B-B14F-4D97-AF65-F5344CB8AC3E}">
        <p14:creationId xmlns:p14="http://schemas.microsoft.com/office/powerpoint/2010/main" val="1078208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19</Words>
  <Application>Microsoft Office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Wenig, Stefan</dc:creator>
  <cp:lastModifiedBy>Stefan Wenig</cp:lastModifiedBy>
  <cp:revision>12</cp:revision>
  <dcterms:created xsi:type="dcterms:W3CDTF">2021-11-28T17:06:28Z</dcterms:created>
  <dcterms:modified xsi:type="dcterms:W3CDTF">2026-06-30T19:52:59Z</dcterms:modified>
</cp:coreProperties>
</file>