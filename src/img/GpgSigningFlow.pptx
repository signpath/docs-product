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0080625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156" y="2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294620"/>
            <a:ext cx="7560469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945535"/>
            <a:ext cx="7560469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442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0463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448807"/>
            <a:ext cx="8694539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1204734"/>
            <a:ext cx="8694539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286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479227"/>
            <a:ext cx="4284266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479227"/>
            <a:ext cx="4284266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8071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95846"/>
            <a:ext cx="8694539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441305"/>
            <a:ext cx="426457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657582"/>
            <a:ext cx="4264576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441305"/>
            <a:ext cx="428557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657582"/>
            <a:ext cx="428557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027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499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492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20015"/>
            <a:ext cx="325126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259199"/>
            <a:ext cx="5103316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540067"/>
            <a:ext cx="325126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4043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20015"/>
            <a:ext cx="325126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259199"/>
            <a:ext cx="5103316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540067"/>
            <a:ext cx="325126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0387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44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95846"/>
            <a:ext cx="2173635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95846"/>
            <a:ext cx="6394896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989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95846"/>
            <a:ext cx="8694539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479227"/>
            <a:ext cx="8694539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1668542"/>
            <a:ext cx="226814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1668542"/>
            <a:ext cx="340221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1668542"/>
            <a:ext cx="226814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91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BA3453E-A4C6-4F56-9212-606CBA299D0A}"/>
              </a:ext>
            </a:extLst>
          </p:cNvPr>
          <p:cNvSpPr txBox="1"/>
          <p:nvPr/>
        </p:nvSpPr>
        <p:spPr>
          <a:xfrm>
            <a:off x="323264" y="237331"/>
            <a:ext cx="1355317" cy="132556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dirty="0" err="1"/>
              <a:t>gpg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788219-EB4D-409E-B07C-5730BB942A1F}"/>
              </a:ext>
            </a:extLst>
          </p:cNvPr>
          <p:cNvSpPr txBox="1"/>
          <p:nvPr/>
        </p:nvSpPr>
        <p:spPr>
          <a:xfrm>
            <a:off x="8302857" y="237332"/>
            <a:ext cx="1459808" cy="132555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SignPath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3C70AE-6F58-4FAC-9346-8DC6FEF4A6FB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1678581" y="900112"/>
            <a:ext cx="1250049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179043-4531-4318-ADDA-3275527A9200}"/>
              </a:ext>
            </a:extLst>
          </p:cNvPr>
          <p:cNvSpPr txBox="1"/>
          <p:nvPr/>
        </p:nvSpPr>
        <p:spPr>
          <a:xfrm>
            <a:off x="7251899" y="900108"/>
            <a:ext cx="801554" cy="64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HTTPS/</a:t>
            </a:r>
            <a:br>
              <a:rPr lang="en-US" sz="1400" dirty="0"/>
            </a:br>
            <a:r>
              <a:rPr lang="en-US" sz="1400" dirty="0"/>
              <a:t>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D164D-B463-609D-769B-B9DDB7374A1D}"/>
              </a:ext>
            </a:extLst>
          </p:cNvPr>
          <p:cNvSpPr txBox="1"/>
          <p:nvPr/>
        </p:nvSpPr>
        <p:spPr>
          <a:xfrm>
            <a:off x="2928630" y="237331"/>
            <a:ext cx="1459808" cy="132556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dirty="0"/>
              <a:t>gnupg-pkcs11-scd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AF8D07-E108-688A-18D4-E7B0B6E3B77D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6906871" y="900111"/>
            <a:ext cx="1395987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97736E-CD45-0661-6189-EFCB4B9458CF}"/>
              </a:ext>
            </a:extLst>
          </p:cNvPr>
          <p:cNvSpPr txBox="1"/>
          <p:nvPr/>
        </p:nvSpPr>
        <p:spPr>
          <a:xfrm>
            <a:off x="5447062" y="237332"/>
            <a:ext cx="1459808" cy="132555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libSignPath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Cryptoki.so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E3D9DC-2669-1AC7-0340-120FC6CAAFEC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4388438" y="900112"/>
            <a:ext cx="1058624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E1673AF-74FE-6E2B-A681-6F1702A3B7F4}"/>
              </a:ext>
            </a:extLst>
          </p:cNvPr>
          <p:cNvSpPr txBox="1"/>
          <p:nvPr/>
        </p:nvSpPr>
        <p:spPr>
          <a:xfrm>
            <a:off x="1927984" y="900110"/>
            <a:ext cx="751241" cy="73183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Inter process comm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9401F-206B-0780-FDDA-8C9FB17DC4EB}"/>
              </a:ext>
            </a:extLst>
          </p:cNvPr>
          <p:cNvSpPr txBox="1"/>
          <p:nvPr/>
        </p:nvSpPr>
        <p:spPr>
          <a:xfrm>
            <a:off x="4521057" y="900110"/>
            <a:ext cx="926004" cy="52854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PKCS #11</a:t>
            </a:r>
          </a:p>
        </p:txBody>
      </p:sp>
    </p:spTree>
    <p:extLst>
      <p:ext uri="{BB962C8B-B14F-4D97-AF65-F5344CB8AC3E}">
        <p14:creationId xmlns:p14="http://schemas.microsoft.com/office/powerpoint/2010/main" val="107820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Wenig, Stefan</dc:creator>
  <cp:lastModifiedBy>Stefan Wenig</cp:lastModifiedBy>
  <cp:revision>9</cp:revision>
  <dcterms:created xsi:type="dcterms:W3CDTF">2021-11-28T17:06:28Z</dcterms:created>
  <dcterms:modified xsi:type="dcterms:W3CDTF">2026-06-16T17:44:36Z</dcterms:modified>
</cp:coreProperties>
</file>